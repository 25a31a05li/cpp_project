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C8B77-C73E-4162-A662-C1D241BFAFDA}" v="6" dt="2026-05-05T16:44:19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krishnayelubandi@outlook.com" userId="8f3b1cb351d58fff" providerId="LiveId" clId="{CFCAFE3A-BE9B-4B97-AC42-632D20B1CE83}"/>
    <pc:docChg chg="undo custSel addSld modSld">
      <pc:chgData name="ramakrishnayelubandi@outlook.com" userId="8f3b1cb351d58fff" providerId="LiveId" clId="{CFCAFE3A-BE9B-4B97-AC42-632D20B1CE83}" dt="2026-05-05T16:47:45.128" v="367" actId="113"/>
      <pc:docMkLst>
        <pc:docMk/>
      </pc:docMkLst>
      <pc:sldChg chg="modSp mod">
        <pc:chgData name="ramakrishnayelubandi@outlook.com" userId="8f3b1cb351d58fff" providerId="LiveId" clId="{CFCAFE3A-BE9B-4B97-AC42-632D20B1CE83}" dt="2026-05-05T16:38:09.224" v="29"/>
        <pc:sldMkLst>
          <pc:docMk/>
          <pc:sldMk cId="0" sldId="256"/>
        </pc:sldMkLst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amakrishnayelubandi@outlook.com" userId="8f3b1cb351d58fff" providerId="LiveId" clId="{CFCAFE3A-BE9B-4B97-AC42-632D20B1CE83}" dt="2026-05-05T16:46:58.228" v="359" actId="113"/>
        <pc:sldMkLst>
          <pc:docMk/>
          <pc:sldMk cId="0" sldId="257"/>
        </pc:sldMkLst>
        <pc:spChg chg="mod">
          <ac:chgData name="ramakrishnayelubandi@outlook.com" userId="8f3b1cb351d58fff" providerId="LiveId" clId="{CFCAFE3A-BE9B-4B97-AC42-632D20B1CE83}" dt="2026-05-05T16:46:58.228" v="359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amakrishnayelubandi@outlook.com" userId="8f3b1cb351d58fff" providerId="LiveId" clId="{CFCAFE3A-BE9B-4B97-AC42-632D20B1CE83}" dt="2026-05-05T16:47:11.733" v="360" actId="113"/>
        <pc:sldMkLst>
          <pc:docMk/>
          <pc:sldMk cId="0" sldId="258"/>
        </pc:sldMkLst>
        <pc:spChg chg="mod">
          <ac:chgData name="ramakrishnayelubandi@outlook.com" userId="8f3b1cb351d58fff" providerId="LiveId" clId="{CFCAFE3A-BE9B-4B97-AC42-632D20B1CE83}" dt="2026-05-05T16:47:11.733" v="360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amakrishnayelubandi@outlook.com" userId="8f3b1cb351d58fff" providerId="LiveId" clId="{CFCAFE3A-BE9B-4B97-AC42-632D20B1CE83}" dt="2026-05-05T16:47:19.391" v="363" actId="113"/>
        <pc:sldMkLst>
          <pc:docMk/>
          <pc:sldMk cId="0" sldId="259"/>
        </pc:sldMkLst>
        <pc:spChg chg="mod">
          <ac:chgData name="ramakrishnayelubandi@outlook.com" userId="8f3b1cb351d58fff" providerId="LiveId" clId="{CFCAFE3A-BE9B-4B97-AC42-632D20B1CE83}" dt="2026-05-05T16:47:19.391" v="363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ramakrishnayelubandi@outlook.com" userId="8f3b1cb351d58fff" providerId="LiveId" clId="{CFCAFE3A-BE9B-4B97-AC42-632D20B1CE83}" dt="2026-05-05T16:47:25.897" v="364" actId="113"/>
        <pc:sldMkLst>
          <pc:docMk/>
          <pc:sldMk cId="0" sldId="260"/>
        </pc:sldMkLst>
        <pc:spChg chg="mod">
          <ac:chgData name="ramakrishnayelubandi@outlook.com" userId="8f3b1cb351d58fff" providerId="LiveId" clId="{CFCAFE3A-BE9B-4B97-AC42-632D20B1CE83}" dt="2026-05-05T16:47:25.897" v="364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2:38.457" v="5" actId="107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ramakrishnayelubandi@outlook.com" userId="8f3b1cb351d58fff" providerId="LiveId" clId="{CFCAFE3A-BE9B-4B97-AC42-632D20B1CE83}" dt="2026-05-05T16:32:41.980" v="6" actId="1076"/>
          <ac:picMkLst>
            <pc:docMk/>
            <pc:sldMk cId="0" sldId="260"/>
            <ac:picMk id="5" creationId="{B50CCA07-B1CE-C8B5-AE07-64609F4FF2FA}"/>
          </ac:picMkLst>
        </pc:picChg>
      </pc:sldChg>
      <pc:sldChg chg="modSp mod">
        <pc:chgData name="ramakrishnayelubandi@outlook.com" userId="8f3b1cb351d58fff" providerId="LiveId" clId="{CFCAFE3A-BE9B-4B97-AC42-632D20B1CE83}" dt="2026-05-05T16:47:32.626" v="365" actId="113"/>
        <pc:sldMkLst>
          <pc:docMk/>
          <pc:sldMk cId="0" sldId="261"/>
        </pc:sldMkLst>
        <pc:spChg chg="mod">
          <ac:chgData name="ramakrishnayelubandi@outlook.com" userId="8f3b1cb351d58fff" providerId="LiveId" clId="{CFCAFE3A-BE9B-4B97-AC42-632D20B1CE83}" dt="2026-05-05T16:47:32.626" v="365" actId="113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ramakrishnayelubandi@outlook.com" userId="8f3b1cb351d58fff" providerId="LiveId" clId="{CFCAFE3A-BE9B-4B97-AC42-632D20B1CE83}" dt="2026-05-05T16:47:38.486" v="366" actId="113"/>
        <pc:sldMkLst>
          <pc:docMk/>
          <pc:sldMk cId="0" sldId="262"/>
        </pc:sldMkLst>
        <pc:spChg chg="mod">
          <ac:chgData name="ramakrishnayelubandi@outlook.com" userId="8f3b1cb351d58fff" providerId="LiveId" clId="{CFCAFE3A-BE9B-4B97-AC42-632D20B1CE83}" dt="2026-05-05T16:47:38.486" v="366" actId="113"/>
          <ac:spMkLst>
            <pc:docMk/>
            <pc:sldMk cId="0" sldId="262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6:16.556" v="10" actId="1076"/>
          <ac:spMkLst>
            <pc:docMk/>
            <pc:sldMk cId="0" sldId="262"/>
            <ac:spMk id="3" creationId="{00000000-0000-0000-0000-000000000000}"/>
          </ac:spMkLst>
        </pc:spChg>
        <pc:picChg chg="add del mod">
          <ac:chgData name="ramakrishnayelubandi@outlook.com" userId="8f3b1cb351d58fff" providerId="LiveId" clId="{CFCAFE3A-BE9B-4B97-AC42-632D20B1CE83}" dt="2026-05-05T16:37:19.900" v="22" actId="931"/>
          <ac:picMkLst>
            <pc:docMk/>
            <pc:sldMk cId="0" sldId="262"/>
            <ac:picMk id="5" creationId="{BD20A363-DCEE-9C10-4C6B-403327FF0114}"/>
          </ac:picMkLst>
        </pc:picChg>
        <pc:picChg chg="add del mod">
          <ac:chgData name="ramakrishnayelubandi@outlook.com" userId="8f3b1cb351d58fff" providerId="LiveId" clId="{CFCAFE3A-BE9B-4B97-AC42-632D20B1CE83}" dt="2026-05-05T16:37:19.900" v="22" actId="931"/>
          <ac:picMkLst>
            <pc:docMk/>
            <pc:sldMk cId="0" sldId="262"/>
            <ac:picMk id="7" creationId="{C77210A5-FF6E-2D22-4F38-40E63AD90EE9}"/>
          </ac:picMkLst>
        </pc:picChg>
        <pc:picChg chg="add del mod">
          <ac:chgData name="ramakrishnayelubandi@outlook.com" userId="8f3b1cb351d58fff" providerId="LiveId" clId="{CFCAFE3A-BE9B-4B97-AC42-632D20B1CE83}" dt="2026-05-05T16:37:19.900" v="22" actId="931"/>
          <ac:picMkLst>
            <pc:docMk/>
            <pc:sldMk cId="0" sldId="262"/>
            <ac:picMk id="9" creationId="{EE24AFE6-77CD-EA62-0C98-C2E4993F53A9}"/>
          </ac:picMkLst>
        </pc:picChg>
        <pc:picChg chg="add mod">
          <ac:chgData name="ramakrishnayelubandi@outlook.com" userId="8f3b1cb351d58fff" providerId="LiveId" clId="{CFCAFE3A-BE9B-4B97-AC42-632D20B1CE83}" dt="2026-05-05T16:37:55.341" v="28" actId="1076"/>
          <ac:picMkLst>
            <pc:docMk/>
            <pc:sldMk cId="0" sldId="262"/>
            <ac:picMk id="11" creationId="{F82933FF-0279-E11B-9B44-D399827821E4}"/>
          </ac:picMkLst>
        </pc:picChg>
        <pc:picChg chg="add mod">
          <ac:chgData name="ramakrishnayelubandi@outlook.com" userId="8f3b1cb351d58fff" providerId="LiveId" clId="{CFCAFE3A-BE9B-4B97-AC42-632D20B1CE83}" dt="2026-05-05T16:39:35.714" v="41" actId="1076"/>
          <ac:picMkLst>
            <pc:docMk/>
            <pc:sldMk cId="0" sldId="262"/>
            <ac:picMk id="13" creationId="{E379EF8A-FB30-0E56-CDC0-A7AF9E16BF99}"/>
          </ac:picMkLst>
        </pc:picChg>
        <pc:picChg chg="add mod modCrop">
          <ac:chgData name="ramakrishnayelubandi@outlook.com" userId="8f3b1cb351d58fff" providerId="LiveId" clId="{CFCAFE3A-BE9B-4B97-AC42-632D20B1CE83}" dt="2026-05-05T16:39:32.615" v="40" actId="1076"/>
          <ac:picMkLst>
            <pc:docMk/>
            <pc:sldMk cId="0" sldId="262"/>
            <ac:picMk id="15" creationId="{747B0F74-1AD6-0069-E0C0-5A17BD4620A8}"/>
          </ac:picMkLst>
        </pc:picChg>
      </pc:sldChg>
      <pc:sldChg chg="modSp mod">
        <pc:chgData name="ramakrishnayelubandi@outlook.com" userId="8f3b1cb351d58fff" providerId="LiveId" clId="{CFCAFE3A-BE9B-4B97-AC42-632D20B1CE83}" dt="2026-05-05T16:47:45.128" v="367" actId="113"/>
        <pc:sldMkLst>
          <pc:docMk/>
          <pc:sldMk cId="0" sldId="263"/>
        </pc:sldMkLst>
        <pc:spChg chg="mod">
          <ac:chgData name="ramakrishnayelubandi@outlook.com" userId="8f3b1cb351d58fff" providerId="LiveId" clId="{CFCAFE3A-BE9B-4B97-AC42-632D20B1CE83}" dt="2026-05-05T16:47:45.128" v="367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ramakrishnayelubandi@outlook.com" userId="8f3b1cb351d58fff" providerId="LiveId" clId="{CFCAFE3A-BE9B-4B97-AC42-632D20B1CE83}" dt="2026-05-05T16:38:09.224" v="29"/>
          <ac:spMkLst>
            <pc:docMk/>
            <pc:sldMk cId="0" sldId="263"/>
            <ac:spMk id="3" creationId="{00000000-0000-0000-0000-000000000000}"/>
          </ac:spMkLst>
        </pc:spChg>
      </pc:sldChg>
      <pc:sldChg chg="modSp new mod">
        <pc:chgData name="ramakrishnayelubandi@outlook.com" userId="8f3b1cb351d58fff" providerId="LiveId" clId="{CFCAFE3A-BE9B-4B97-AC42-632D20B1CE83}" dt="2026-05-05T16:46:45.346" v="358" actId="1076"/>
        <pc:sldMkLst>
          <pc:docMk/>
          <pc:sldMk cId="1580606551" sldId="264"/>
        </pc:sldMkLst>
        <pc:spChg chg="mod">
          <ac:chgData name="ramakrishnayelubandi@outlook.com" userId="8f3b1cb351d58fff" providerId="LiveId" clId="{CFCAFE3A-BE9B-4B97-AC42-632D20B1CE83}" dt="2026-05-05T16:46:45.346" v="358" actId="1076"/>
          <ac:spMkLst>
            <pc:docMk/>
            <pc:sldMk cId="1580606551" sldId="264"/>
            <ac:spMk id="2" creationId="{72156D57-8E5C-557D-0772-E36237984094}"/>
          </ac:spMkLst>
        </pc:spChg>
        <pc:spChg chg="mod">
          <ac:chgData name="ramakrishnayelubandi@outlook.com" userId="8f3b1cb351d58fff" providerId="LiveId" clId="{CFCAFE3A-BE9B-4B97-AC42-632D20B1CE83}" dt="2026-05-05T16:46:40.772" v="357" actId="1076"/>
          <ac:spMkLst>
            <pc:docMk/>
            <pc:sldMk cId="1580606551" sldId="264"/>
            <ac:spMk id="3" creationId="{97CC9C6D-AC3B-D139-723C-B399310EB8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9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8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7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4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55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5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1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24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9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13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1423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83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87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43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3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5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Undo/Redo Text Editor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Using Stack Data Structure in C++</a:t>
            </a:r>
          </a:p>
          <a:p>
            <a:r>
              <a:t>Implementation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console-based text editor demonstrating Undo and Redo functionality.</a:t>
            </a:r>
          </a:p>
          <a:p>
            <a:r>
              <a:rPr dirty="0"/>
              <a:t>Uses two stacks to maintain history.</a:t>
            </a:r>
          </a:p>
          <a:p>
            <a:r>
              <a:rPr dirty="0"/>
              <a:t>Efficient state management using STL.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of Undo/Redo in software.</a:t>
            </a:r>
          </a:p>
          <a:p>
            <a:r>
              <a:t>Stack: LIFO (Last-In First-Out) principle.</a:t>
            </a:r>
          </a:p>
          <a:p>
            <a:r>
              <a:t>Snapshot-based approach for text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Insertion: Save state to UndoStack, add text, clear RedoStack.</a:t>
            </a:r>
          </a:p>
          <a:p>
            <a:r>
              <a:t>2. Deletion: Save state to UndoStack, remove last word, clear RedoStack.</a:t>
            </a:r>
          </a:p>
          <a:p>
            <a:r>
              <a:t>3. Undo: Push current to RedoStack, pop from UndoStack.</a:t>
            </a:r>
          </a:p>
          <a:p>
            <a:r>
              <a:t>4. Redo: Push current to UndoStack, pop from RedoStack.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Flowchart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820849"/>
            <a:ext cx="7955280" cy="4069080"/>
          </a:xfrm>
        </p:spPr>
        <p:txBody>
          <a:bodyPr/>
          <a:lstStyle/>
          <a:p>
            <a:r>
              <a:rPr dirty="0"/>
              <a:t>- Start -&gt; User Input Menu</a:t>
            </a:r>
          </a:p>
          <a:p>
            <a:r>
              <a:rPr dirty="0"/>
              <a:t>- Action -&gt; Check Stack Capacity -&gt; Update Current State</a:t>
            </a:r>
          </a:p>
          <a:p>
            <a:r>
              <a:rPr dirty="0"/>
              <a:t>- Undo/Redo -&gt; Swap states between Stacks</a:t>
            </a:r>
          </a:p>
          <a:p>
            <a:r>
              <a:rPr dirty="0"/>
              <a:t>- Loop until Exit signal.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CCA07-B1CE-C8B5-AE07-64609F4F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26" y="3926736"/>
            <a:ext cx="6935168" cy="27245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Language: C++</a:t>
            </a:r>
          </a:p>
          <a:p>
            <a:r>
              <a:t>- Library: &lt;stack&gt;, &lt;string&gt;, &lt;iostream&gt;</a:t>
            </a:r>
          </a:p>
          <a:p>
            <a:r>
              <a:t>- Core Logic: Menu-driven interaction</a:t>
            </a:r>
          </a:p>
          <a:p>
            <a:r>
              <a:t>- Data Type: std::stack&lt;std::string&gt;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33385"/>
            <a:ext cx="7955280" cy="4069080"/>
          </a:xfrm>
        </p:spPr>
        <p:txBody>
          <a:bodyPr/>
          <a:lstStyle/>
          <a:p>
            <a:r>
              <a:rPr dirty="0"/>
              <a:t>1. Main Menu</a:t>
            </a:r>
          </a:p>
          <a:p>
            <a:r>
              <a:rPr dirty="0"/>
              <a:t>2. Insertion Test</a:t>
            </a:r>
          </a:p>
          <a:p>
            <a:r>
              <a:rPr dirty="0"/>
              <a:t>3. Undo/Redo 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2933FF-0279-E11B-9B44-D3998278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8" y="3368319"/>
            <a:ext cx="2737200" cy="1529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79EF8A-FB30-0E56-CDC0-A7AF9E16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643" y="3368165"/>
            <a:ext cx="2544417" cy="1529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7B0F74-1AD6-0069-E0C0-5A17BD4620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350"/>
          <a:stretch>
            <a:fillRect/>
          </a:stretch>
        </p:blipFill>
        <p:spPr>
          <a:xfrm>
            <a:off x="5810376" y="3368319"/>
            <a:ext cx="2843624" cy="15296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Successfully implemented basic text history management.</a:t>
            </a:r>
          </a:p>
          <a:p>
            <a:r>
              <a:rPr dirty="0"/>
              <a:t>Demonstrated real-world application of Stacks.</a:t>
            </a:r>
          </a:p>
          <a:p>
            <a:r>
              <a:rPr dirty="0"/>
              <a:t>Simple and efficient CLI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56D57-8E5C-557D-0772-E3623798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641" y="963156"/>
            <a:ext cx="6377940" cy="1293028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lgerian" panose="04020705040A02060702" pitchFamily="82" charset="0"/>
              </a:rPr>
              <a:t>THANK YOU!</a:t>
            </a:r>
            <a:endParaRPr lang="en-IN" sz="5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C9C6D-AC3B-D139-723C-B399310EB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2576223"/>
            <a:ext cx="7955280" cy="4069080"/>
          </a:xfrm>
        </p:spPr>
        <p:txBody>
          <a:bodyPr/>
          <a:lstStyle/>
          <a:p>
            <a:r>
              <a:rPr lang="en-US" b="1" dirty="0"/>
              <a:t>GROUP DETAILS : </a:t>
            </a:r>
            <a:br>
              <a:rPr lang="en-US" b="1" dirty="0"/>
            </a:br>
            <a:endParaRPr lang="en-US" b="1" dirty="0"/>
          </a:p>
          <a:p>
            <a:pPr marL="457200" indent="-457200">
              <a:buAutoNum type="arabicPeriod"/>
            </a:pPr>
            <a:r>
              <a:rPr lang="en-US" sz="1800" b="1" dirty="0"/>
              <a:t>NAME : </a:t>
            </a:r>
            <a:r>
              <a:rPr lang="en-US" sz="1800" dirty="0"/>
              <a:t>YELUBANDI HARI DURGA RAMAKRISHNA      </a:t>
            </a:r>
            <a:r>
              <a:rPr lang="en-US" sz="1800" b="1" dirty="0"/>
              <a:t>		  ROLL NO : </a:t>
            </a:r>
            <a:r>
              <a:rPr lang="en-US" sz="1800" dirty="0"/>
              <a:t>25A31A05LI</a:t>
            </a:r>
            <a:r>
              <a:rPr lang="en-US" sz="1800" b="1" dirty="0"/>
              <a:t>		SECTION : </a:t>
            </a:r>
            <a:r>
              <a:rPr lang="en-US" sz="1800" dirty="0"/>
              <a:t>CSE F</a:t>
            </a:r>
          </a:p>
          <a:p>
            <a:pPr marL="457200" indent="-457200">
              <a:buAutoNum type="arabicPeriod"/>
            </a:pPr>
            <a:r>
              <a:rPr lang="en-US" sz="1800" b="1" dirty="0"/>
              <a:t>NAME : </a:t>
            </a:r>
            <a:r>
              <a:rPr lang="en-US" sz="1800" dirty="0"/>
              <a:t>ADABALA DHARMA VEERA SRIKRISHNA KARTHIK</a:t>
            </a:r>
            <a:br>
              <a:rPr lang="en-US" sz="1800" b="1" dirty="0"/>
            </a:br>
            <a:r>
              <a:rPr lang="en-US" sz="1800" b="1" dirty="0"/>
              <a:t>ROLL NO : </a:t>
            </a:r>
            <a:r>
              <a:rPr lang="en-US" sz="1800" dirty="0"/>
              <a:t>25A31A05KB</a:t>
            </a:r>
            <a:r>
              <a:rPr lang="en-US" sz="1800" b="1" dirty="0"/>
              <a:t>	 	SECTION : </a:t>
            </a:r>
            <a:r>
              <a:rPr lang="en-US" sz="1800" dirty="0"/>
              <a:t>CSE F</a:t>
            </a:r>
          </a:p>
          <a:p>
            <a:pPr marL="457200" indent="-457200">
              <a:buAutoNum type="arabicPeriod"/>
            </a:pPr>
            <a:r>
              <a:rPr lang="en-US" sz="1800" b="1" dirty="0"/>
              <a:t>NAME : </a:t>
            </a:r>
            <a:r>
              <a:rPr lang="en-US" sz="1800" dirty="0"/>
              <a:t>ANGADA SAI VIGNESH</a:t>
            </a:r>
            <a:br>
              <a:rPr lang="en-US" sz="1800" b="1" dirty="0"/>
            </a:br>
            <a:r>
              <a:rPr lang="en-US" sz="1800" b="1" dirty="0"/>
              <a:t>ROLL NO : </a:t>
            </a:r>
            <a:r>
              <a:rPr lang="en-US" sz="1800" dirty="0"/>
              <a:t>25A31A05KD</a:t>
            </a:r>
            <a:r>
              <a:rPr lang="en-US" sz="1800" b="1" dirty="0"/>
              <a:t>		SECTION : </a:t>
            </a:r>
            <a:r>
              <a:rPr lang="en-US" sz="1800" dirty="0"/>
              <a:t>CSE F</a:t>
            </a:r>
          </a:p>
          <a:p>
            <a:pPr marL="457200" indent="-457200">
              <a:buAutoNum type="arabicPeriod"/>
            </a:pPr>
            <a:r>
              <a:rPr lang="en-US" sz="1800" b="1" dirty="0"/>
              <a:t>NAME : </a:t>
            </a:r>
            <a:r>
              <a:rPr lang="en-US" sz="1800" dirty="0"/>
              <a:t>CHOLLANGI LAKSHITHA </a:t>
            </a:r>
            <a:br>
              <a:rPr lang="en-US" sz="1800" b="1" dirty="0"/>
            </a:br>
            <a:r>
              <a:rPr lang="en-US" sz="1800" b="1" dirty="0"/>
              <a:t>ROLL NO : </a:t>
            </a:r>
            <a:r>
              <a:rPr lang="en-US" sz="1800" dirty="0"/>
              <a:t>25A31A05JB</a:t>
            </a:r>
            <a:r>
              <a:rPr lang="en-US" sz="1800" b="1" dirty="0"/>
              <a:t>		SECTION : </a:t>
            </a:r>
            <a:r>
              <a:rPr lang="en-US" sz="1800" dirty="0"/>
              <a:t>CSE F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8060655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17</TotalTime>
  <Words>302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Algerian</vt:lpstr>
      <vt:lpstr>Arial</vt:lpstr>
      <vt:lpstr>Century Gothic</vt:lpstr>
      <vt:lpstr>Vapor Trail</vt:lpstr>
      <vt:lpstr>Undo/Redo Text Editor</vt:lpstr>
      <vt:lpstr>Abstract</vt:lpstr>
      <vt:lpstr>Introduction</vt:lpstr>
      <vt:lpstr>Algorithm</vt:lpstr>
      <vt:lpstr>Flowchart Logic</vt:lpstr>
      <vt:lpstr>Methodology</vt:lpstr>
      <vt:lpstr>Result Screenshots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ramakrishnayelubandi@outlook.com</cp:lastModifiedBy>
  <cp:revision>1</cp:revision>
  <dcterms:created xsi:type="dcterms:W3CDTF">2013-01-27T09:14:16Z</dcterms:created>
  <dcterms:modified xsi:type="dcterms:W3CDTF">2026-05-05T16:47:49Z</dcterms:modified>
  <cp:category/>
</cp:coreProperties>
</file>